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B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37"/>
  </p:normalViewPr>
  <p:slideViewPr>
    <p:cSldViewPr snapToGrid="0">
      <p:cViewPr>
        <p:scale>
          <a:sx n="116" d="100"/>
          <a:sy n="116" d="100"/>
        </p:scale>
        <p:origin x="140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1086-86B9-629D-DC20-773864E89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8682D-8308-6FE9-BE91-6CD368A7B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FAE56-BC19-41F4-3D24-BDC7A2264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A227-0BDD-3E43-8408-2F7408810A2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0DD3B-C4E5-3203-AEDB-F1FCF061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00B06-CFE7-250F-3E91-4C08EF081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428CD-6ED6-7F4D-999B-D746D9E6B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8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46F3C-5C56-276A-9D3D-B58DD3CA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83168-CC45-0120-7359-C2309606E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0D502-A0B4-FDF9-898B-C9CF522D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A227-0BDD-3E43-8408-2F7408810A2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D7CD1-ABFF-F4D0-2366-08657A6F2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2A3E3-98E4-E8B2-9696-01B8BABA9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428CD-6ED6-7F4D-999B-D746D9E6B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94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66ED3-3656-9744-8F21-83A7FF41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3F0CA-691A-DEC7-E946-2CA546FEC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6AC0E-C986-F9FB-3B22-C27C381BB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A227-0BDD-3E43-8408-2F7408810A2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086F9-5BD0-6D07-97AC-ECA26DED7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8497A-A28B-85C6-DB95-88A7C75A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428CD-6ED6-7F4D-999B-D746D9E6B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1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FBEF8-C057-2CA4-364E-6B3E217E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44057-4F4C-1C83-5D8A-04CFEBB98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96615-3E99-BDFE-1FFB-57F6C9B77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C28AA-5044-E4BC-603B-E762F235E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A227-0BDD-3E43-8408-2F7408810A2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463BF-AE9D-3FD3-6896-E0330921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41397-482B-C629-1A1E-BD1CE0674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428CD-6ED6-7F4D-999B-D746D9E6B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5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AB653-F8BF-8593-4834-F00F5ED72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8A68A-4089-7DA3-D508-3B8D21FD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970B7-C66D-F9B3-A9EB-370FD829F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B4C4E6-5EC6-BAA4-06C6-2D8D528E6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7CE7AD-C504-71C7-5FA8-3012FA989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5535E5-23D5-D7D6-48F7-78FAA41C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A227-0BDD-3E43-8408-2F7408810A2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5BD063-C9A4-1646-74ED-580E69D9B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EAFF8-C3E6-B815-A2C7-18FBA569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428CD-6ED6-7F4D-999B-D746D9E6B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2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99E40-5BE0-69D7-7AC8-336A0B99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1676D-A3A7-E8AB-9D34-CFB18B1D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A227-0BDD-3E43-8408-2F7408810A2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03566-9EE7-012F-CE47-A9808B0BF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C18BC-A8EB-18D4-F408-C0350FC1E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428CD-6ED6-7F4D-999B-D746D9E6B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3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29B63-E4AE-CF95-9D3D-E1ECC0BC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A227-0BDD-3E43-8408-2F7408810A2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EE2053-5C62-DBE6-3A0D-A177E78E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3AD8C-7C74-8745-C4AB-C41EE33D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428CD-6ED6-7F4D-999B-D746D9E6B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38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9B3-32FC-668E-F898-A4BA9B285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AFAEA-486F-E6A5-D739-9E5F3D55D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D3D3D-D61D-D15A-82FC-6BD543966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81540-1F68-9A94-A41B-5FDD744C8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A227-0BDD-3E43-8408-2F7408810A2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B0672-819A-3353-699D-E1E866BD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0FFFF-86E6-40ED-9963-53D3B5D1F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428CD-6ED6-7F4D-999B-D746D9E6B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538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A880E-23DF-B2E2-3C6B-37F4FBCC4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C3DA6-5E69-4684-2169-94AF36B81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0184B-D5E6-0C23-FF91-0144ABAE9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6E5FF-B63C-605B-D2E9-804F6548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A227-0BDD-3E43-8408-2F7408810A2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B7F8-E79B-0CC4-5A4F-A0069ADA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02C00-A1B3-098D-F98B-0B5685C4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428CD-6ED6-7F4D-999B-D746D9E6B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8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1ED4-94ED-5FDC-59BC-E2E8ECFA0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64755-3C66-72FF-334B-A83EA22BC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DE15F-C84A-2DE5-AE16-1F48988D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A227-0BDD-3E43-8408-2F7408810A2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9297F-A45C-ACDC-94F0-4489F83A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13A0A-37BC-BA34-CBF8-64FADA43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428CD-6ED6-7F4D-999B-D746D9E6B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9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60757B-4EA4-96CE-B910-E4056DA3E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A2F00-B3C5-7B06-F1B6-A6F08A0B1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992E8-7A4B-A939-5C91-E5901823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A227-0BDD-3E43-8408-2F7408810A2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688E8-9DBA-7754-F42A-915E786E9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13DBA-A4C0-515E-040F-98D302C4A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428CD-6ED6-7F4D-999B-D746D9E6B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94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A63E9-5DC8-5099-6E69-B8F75B07A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9999A-6216-820F-9251-997227CFF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58D19-44B7-6972-E77D-796A185BAB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56A227-0BDD-3E43-8408-2F7408810A2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B04C6-D78A-3690-52A9-AEA0866BF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1516B-AD99-7618-4E49-65BCF028D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0428CD-6ED6-7F4D-999B-D746D9E6B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9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56BE0D-D992-8B3E-0B52-E92CDE859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5573" y="-288099"/>
            <a:ext cx="13077173" cy="7465513"/>
          </a:xfrm>
          <a:prstGeom prst="rect">
            <a:avLst/>
          </a:prstGeom>
        </p:spPr>
      </p:pic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AF46FB1-3AFB-9773-06A1-F3D5AD6FCA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2" t="24332" r="1459" b="12567"/>
          <a:stretch>
            <a:fillRect/>
          </a:stretch>
        </p:blipFill>
        <p:spPr>
          <a:xfrm>
            <a:off x="49931" y="861884"/>
            <a:ext cx="12092138" cy="5134232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E2FE68-F636-C4EA-5B38-A5D752C2C678}"/>
              </a:ext>
            </a:extLst>
          </p:cNvPr>
          <p:cNvSpPr/>
          <p:nvPr/>
        </p:nvSpPr>
        <p:spPr>
          <a:xfrm>
            <a:off x="10560049" y="5759450"/>
            <a:ext cx="1146175" cy="113812"/>
          </a:xfrm>
          <a:prstGeom prst="roundRect">
            <a:avLst/>
          </a:prstGeom>
          <a:solidFill>
            <a:srgbClr val="0F1B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50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Jikkar, Mr. Chintan Samirbhai</dc:creator>
  <cp:lastModifiedBy>Jikkar, Mr. Chintan Samirbhai</cp:lastModifiedBy>
  <cp:revision>1</cp:revision>
  <dcterms:created xsi:type="dcterms:W3CDTF">2025-12-11T08:10:32Z</dcterms:created>
  <dcterms:modified xsi:type="dcterms:W3CDTF">2025-12-11T08:19:49Z</dcterms:modified>
</cp:coreProperties>
</file>